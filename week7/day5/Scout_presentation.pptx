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I'm Azzam. Scout summarizes any link in three bullets, in Arabic or English, and watches YouTube channels for new uploads.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questions I kept asking myself. The bot answers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paste a link. The bot doesn't guess — it asks, with buttons that stay inside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a language and the summary comes back in it. The whole exchange is four taps.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other half. Nobody asked for it — a channel uploaded and the bot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kinds of user. One wants an answer now, the other wants to stop missing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bot does is one of three routes. The third runs with nobody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real bugs, each found by testing rather than by reading documentation. Slow down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limits reads as maturity, not weakness.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during questions. Anyone in the room can scan it and use the bot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 here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0151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A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 ·  WEEK 7 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Scout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A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ملخص ومراقب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Telegram bot that reads and watches so you don't have to.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7C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Azzam Alshamrani  ·  2337310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7C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Abdulaziz University  ·  Information Technology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7C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Supervised by Eng. Abdullah Barghash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questions, asked constantly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67665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86000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40-minute video worth my time?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3246120"/>
            <a:ext cx="67665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246120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my channel upload something I missed?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67665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4206240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read that in Arabic?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55280" y="30175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F6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Scout answers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·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send a link.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asks what you meant.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commands to memorize. The bot replies to your own message, so it always knows which link you mean.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4937760" cy="1792224"/>
          </a:xfrm>
          <a:prstGeom prst="roundRect">
            <a:avLst>
              <a:gd name="adj" fmla="val 8163"/>
            </a:avLst>
          </a:prstGeom>
          <a:solidFill>
            <a:srgbClr val="17181C"/>
          </a:solidFill>
          <a:ln w="12700">
            <a:solidFill>
              <a:srgbClr val="17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1015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2205" y="1572768"/>
            <a:ext cx="3555187" cy="384048"/>
          </a:xfrm>
          <a:prstGeom prst="roundRect">
            <a:avLst>
              <a:gd name="adj" fmla="val 30952"/>
            </a:avLst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10221" y="1572768"/>
            <a:ext cx="32991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youtube.com/watch?v=MObvnr5PoJ8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01968" y="2075688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9984" y="2075688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 with this link?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01968" y="2578608"/>
            <a:ext cx="2231136" cy="384048"/>
          </a:xfrm>
          <a:prstGeom prst="roundRect">
            <a:avLst>
              <a:gd name="adj" fmla="val 19048"/>
            </a:avLst>
          </a:prstGeom>
          <a:solidFill>
            <a:srgbClr val="212227"/>
          </a:solidFill>
          <a:ln w="12700">
            <a:solidFill>
              <a:srgbClr val="3032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257860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06256" y="2578608"/>
            <a:ext cx="2231136" cy="384048"/>
          </a:xfrm>
          <a:prstGeom prst="roundRect">
            <a:avLst>
              <a:gd name="adj" fmla="val 19048"/>
            </a:avLst>
          </a:prstGeom>
          <a:solidFill>
            <a:srgbClr val="212227"/>
          </a:solidFill>
          <a:ln w="12700">
            <a:solidFill>
              <a:srgbClr val="30323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06256" y="257860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this channel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·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language.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three bullets.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contract every time: one opening sentence, exactly three points, in the language you chose.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051560"/>
            <a:ext cx="4937760" cy="3374136"/>
          </a:xfrm>
          <a:prstGeom prst="roundRect">
            <a:avLst>
              <a:gd name="adj" fmla="val 4336"/>
            </a:avLst>
          </a:prstGeom>
          <a:solidFill>
            <a:srgbClr val="17181C"/>
          </a:solidFill>
          <a:ln w="12700">
            <a:solidFill>
              <a:srgbClr val="17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1015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01968" y="1252728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9984" y="1252728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language do you want it in?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01968" y="1755648"/>
            <a:ext cx="2231136" cy="384048"/>
          </a:xfrm>
          <a:prstGeom prst="roundRect">
            <a:avLst>
              <a:gd name="adj" fmla="val 19048"/>
            </a:avLst>
          </a:prstGeom>
          <a:solidFill>
            <a:srgbClr val="212227"/>
          </a:solidFill>
          <a:ln w="12700">
            <a:solidFill>
              <a:srgbClr val="3032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01968" y="175564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06256" y="1755648"/>
            <a:ext cx="2231136" cy="384048"/>
          </a:xfrm>
          <a:prstGeom prst="roundRect">
            <a:avLst>
              <a:gd name="adj" fmla="val 19048"/>
            </a:avLst>
          </a:prstGeom>
          <a:solidFill>
            <a:srgbClr val="212227"/>
          </a:solidFill>
          <a:ln w="12700">
            <a:solidFill>
              <a:srgbClr val="2AA3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06256" y="175564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العربية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01968" y="2258568"/>
            <a:ext cx="4246474" cy="457200"/>
          </a:xfrm>
          <a:prstGeom prst="roundRect">
            <a:avLst>
              <a:gd name="adj" fmla="val 26000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9984" y="2258568"/>
            <a:ext cx="3990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قصة مثيرة تُظهر كيف تحولت رغبة في الترفيه إلى إنجاز كبير.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01968" y="2834640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9984" y="2834640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انطلق المنتخب بطابع خفيف ودون توقعات كبيرة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01968" y="3337560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9984" y="3337560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ظهرت روح قتالية مع دعم جماهيري واسع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01968" y="3840480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840480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·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it arrives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its own.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channel you follow uploads, two messages come to you. The summary stays hidden until you tap it, so it never spoils the video.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4937760" cy="2761488"/>
          </a:xfrm>
          <a:prstGeom prst="roundRect">
            <a:avLst>
              <a:gd name="adj" fmla="val 5298"/>
            </a:avLst>
          </a:prstGeom>
          <a:solidFill>
            <a:srgbClr val="17181C"/>
          </a:solidFill>
          <a:ln w="12700">
            <a:solidFill>
              <a:srgbClr val="17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1015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01968" y="1481328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9984" y="1481328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video from AzzamFit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01968" y="1984248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9984" y="1984248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Body Dumbbell Workout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01968" y="2487168"/>
            <a:ext cx="4246474" cy="384048"/>
          </a:xfrm>
          <a:prstGeom prst="roundRect">
            <a:avLst>
              <a:gd name="adj" fmla="val 30952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9984" y="2487168"/>
            <a:ext cx="39904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— tap to reveal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01968" y="2990088"/>
            <a:ext cx="4246474" cy="365760"/>
          </a:xfrm>
          <a:prstGeom prst="roundRect">
            <a:avLst>
              <a:gd name="adj" fmla="val 32500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9984" y="2990088"/>
            <a:ext cx="3990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Warmup, five lifts, then a cooldown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01968" y="3474720"/>
            <a:ext cx="4246474" cy="365760"/>
          </a:xfrm>
          <a:prstGeom prst="roundRect">
            <a:avLst>
              <a:gd name="adj" fmla="val 32500"/>
            </a:avLst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9984" y="3474720"/>
            <a:ext cx="3990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Dumbbells only, works at home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4160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 behind a spoiler until you tap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IT'S FOR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needs, one bot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50292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3774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A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a summary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9718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teachers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lecture before watching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372160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people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watch-later list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47141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or English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per summary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2148840"/>
            <a:ext cx="50292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3774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2E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monitoring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75120" y="29718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 watchers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miss an upload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72160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and younger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to learn, it's just Telegram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447141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or English — </a:t>
            </a:r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person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one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45720" cy="685800"/>
          </a:xfrm>
          <a:prstGeom prst="rect">
            <a:avLst/>
          </a:prstGeom>
          <a:solidFill>
            <a:srgbClr val="2AA3E0"/>
          </a:solidFill>
          <a:ln w="12700">
            <a:solidFill>
              <a:srgbClr val="2AA3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06040" y="2331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60904" y="2331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a link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27448" y="2331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2331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8344" y="2331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is fetched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04888" y="2331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60920" y="2331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15784" y="2331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writes 3 bullets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482328" y="2331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738360" y="2331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2A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3224" y="2331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Reply, in your language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383280"/>
            <a:ext cx="45720" cy="685800"/>
          </a:xfrm>
          <a:prstGeom prst="rect">
            <a:avLst/>
          </a:prstGeom>
          <a:solidFill>
            <a:srgbClr val="6C5FC7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383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channel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06040" y="3474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60904" y="3474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a channel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27448" y="3474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83480" y="3474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38344" y="3474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04888" y="3474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60920" y="3474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15784" y="3474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language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482328" y="3474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738360" y="3474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6C5F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93224" y="3474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your list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526280"/>
            <a:ext cx="45720" cy="685800"/>
          </a:xfrm>
          <a:prstGeom prst="rect">
            <a:avLst/>
          </a:prstGeom>
          <a:solidFill>
            <a:srgbClr val="14876B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45262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606040" y="4617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60904" y="4617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channel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27448" y="4617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83480" y="4617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38344" y="4617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upload?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04888" y="4617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60920" y="4617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15784" y="4617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per language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82328" y="4617720"/>
            <a:ext cx="256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738360" y="4617720"/>
            <a:ext cx="212140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3224" y="46177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8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every follower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start when you tap. The third starts on a clock — nobody has to be there.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02E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HARD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 worth solving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45720" cy="502920"/>
          </a:xfrm>
          <a:prstGeom prst="rect">
            <a:avLst/>
          </a:prstGeom>
          <a:solidFill>
            <a:srgbClr val="B02E26"/>
          </a:solidFill>
          <a:ln w="12700">
            <a:solidFill>
              <a:srgbClr val="B02E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94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2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opened a browser tab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77840" y="2240280"/>
            <a:ext cx="45720" cy="502920"/>
          </a:xfrm>
          <a:prstGeom prst="rect">
            <a:avLst/>
          </a:prstGeom>
          <a:solidFill>
            <a:srgbClr val="14876B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on Telegram callback buttons. Taps never leave the chat.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3200400"/>
            <a:ext cx="45720" cy="502920"/>
          </a:xfrm>
          <a:prstGeom prst="rect">
            <a:avLst/>
          </a:prstGeom>
          <a:solidFill>
            <a:srgbClr val="B02E26"/>
          </a:solidFill>
          <a:ln w="12700">
            <a:solidFill>
              <a:srgbClr val="B02E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154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2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apologized instead of summarizing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3200400"/>
            <a:ext cx="45720" cy="502920"/>
          </a:xfrm>
          <a:prstGeom prst="rect">
            <a:avLst/>
          </a:prstGeom>
          <a:solidFill>
            <a:srgbClr val="14876B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31546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can't browse. Added a fetch step — transcript, description, title.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4160520"/>
            <a:ext cx="45720" cy="502920"/>
          </a:xfrm>
          <a:prstGeom prst="rect">
            <a:avLst/>
          </a:prstGeom>
          <a:solidFill>
            <a:srgbClr val="B02E26"/>
          </a:solidFill>
          <a:ln w="12700">
            <a:solidFill>
              <a:srgbClr val="B02E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1148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2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forgot which button you pressed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577840" y="4160520"/>
            <a:ext cx="45720" cy="502920"/>
          </a:xfrm>
          <a:prstGeom prst="rect">
            <a:avLst/>
          </a:prstGeom>
          <a:solidFill>
            <a:srgbClr val="14876B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411480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choice is now remembered, so the link works however you send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5120640"/>
            <a:ext cx="45720" cy="502920"/>
          </a:xfrm>
          <a:prstGeom prst="rect">
            <a:avLst/>
          </a:prstGeom>
          <a:solidFill>
            <a:srgbClr val="B02E26"/>
          </a:solidFill>
          <a:ln w="12700">
            <a:solidFill>
              <a:srgbClr val="B02E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0749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2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follower cost a separate API call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77840" y="5120640"/>
            <a:ext cx="45720" cy="502920"/>
          </a:xfrm>
          <a:prstGeom prst="rect">
            <a:avLst/>
          </a:prstGeom>
          <a:solidFill>
            <a:srgbClr val="14876B"/>
          </a:solidFill>
          <a:ln w="12700">
            <a:solidFill>
              <a:srgbClr val="1487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50749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grouped by language. Five readers, one call, five messages.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I'd fix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502920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3774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2E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97180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 key pays for every user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 saving at once can overwrite each other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without captions get a weaker summary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2148840"/>
            <a:ext cx="502920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3774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A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75120" y="297180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usage limits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database instead of a file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news sites, not just YouTube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YOURSELF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and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0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talking.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camera at the code, or search @My_summry_bot in Telegram. Send it any link.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1188720"/>
            <a:ext cx="3931920" cy="4389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203200" dist="63500" dir="5400000">
              <a:srgbClr val="10151C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508760"/>
            <a:ext cx="32918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A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846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7C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Azzam Alshamrani  ·  2337310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7C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Abdulaziz University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Scout — Capstone Presentation</dc:title>
  <dc:subject>PptxGenJS Presentation</dc:subject>
  <dc:creator>Azzam Alshamrani</dc:creator>
  <cp:lastModifiedBy>Azzam Alshamrani</cp:lastModifiedBy>
  <cp:revision>1</cp:revision>
  <dcterms:created xsi:type="dcterms:W3CDTF">2026-08-11T11:00:30Z</dcterms:created>
  <dcterms:modified xsi:type="dcterms:W3CDTF">2026-08-11T11:00:30Z</dcterms:modified>
</cp:coreProperties>
</file>