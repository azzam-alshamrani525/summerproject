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Sets per Lift per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Sets/Week</c:v>
                </c:pt>
              </c:strCache>
            </c:strRef>
          </c:tx>
          <c:spPr>
            <a:solidFill>
              <a:srgbClr val="2F55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Squat</c:v>
                  </c:pt>
                  <c:pt idx="1">
                    <c:v>Bench</c:v>
                  </c:pt>
                  <c:pt idx="2">
                    <c:v>Deadlift</c:v>
                  </c:pt>
                  <c:pt idx="3">
                    <c:v>Row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9</c:v>
                </c:pt>
                <c:pt idx="2">
                  <c:v>3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Beginner Gym Routine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A 3-day full-body starting plan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Day 1 — Full Body 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Squat — 3x8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Bench Press — 3x8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Barbell Row — 3x8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Weekly Volume by Lift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280160"/>
          <a:ext cx="100584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2026-07-12T07:02:42Z</dcterms:created>
  <dcterms:modified xsi:type="dcterms:W3CDTF">2026-07-12T07:02:42Z</dcterms:modified>
</cp:coreProperties>
</file>